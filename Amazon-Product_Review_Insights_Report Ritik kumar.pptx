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1258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FF925-836F-44BF-975B-E9C21459FA1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D5DA4-9120-4904-B335-10A915F45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83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D5DA4-9120-4904-B335-10A915F4521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927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521" y="1358781"/>
            <a:ext cx="7772400" cy="1019620"/>
          </a:xfrm>
        </p:spPr>
        <p:txBody>
          <a:bodyPr>
            <a:normAutofit/>
          </a:bodyPr>
          <a:lstStyle/>
          <a:p>
            <a:r>
              <a:rPr sz="3600" b="1" u="sng" dirty="0"/>
              <a:t>Product Review Analysis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4419" y="3196127"/>
            <a:ext cx="6221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Key Skills Used :- Python, Pandas, </a:t>
            </a:r>
            <a:r>
              <a:rPr lang="en-US" b="1" dirty="0" err="1" smtClean="0"/>
              <a:t>Numpy</a:t>
            </a:r>
            <a:r>
              <a:rPr lang="en-US" b="1" dirty="0" smtClean="0"/>
              <a:t>, </a:t>
            </a:r>
            <a:r>
              <a:rPr lang="en-US" b="1" dirty="0" err="1" smtClean="0"/>
              <a:t>Matplotlib</a:t>
            </a:r>
            <a:r>
              <a:rPr lang="en-US" b="1" dirty="0" smtClean="0"/>
              <a:t>, </a:t>
            </a:r>
            <a:r>
              <a:rPr lang="en-US" b="1" dirty="0" err="1" smtClean="0"/>
              <a:t>Seaborn</a:t>
            </a:r>
            <a:r>
              <a:rPr lang="en-US" b="1" dirty="0" smtClean="0"/>
              <a:t> Excel, Data Cleaning, Data Visualization Etc.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834" y="1045896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1.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24043"/>
            <a:ext cx="8229600" cy="2929071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4915 customer reviews</a:t>
            </a:r>
          </a:p>
          <a:p>
            <a:r>
              <a:rPr sz="2800" dirty="0"/>
              <a:t>12 columns including ratings, text reviews, helpful votes &amp; date</a:t>
            </a:r>
          </a:p>
          <a:p>
            <a:r>
              <a:rPr sz="2800" dirty="0"/>
              <a:t>Category column added for segmentation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2126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2. Key 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13361"/>
            <a:ext cx="8229600" cy="3912802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Handled missing values in </a:t>
            </a:r>
            <a:r>
              <a:rPr sz="2800" dirty="0" err="1"/>
              <a:t>reviewerName</a:t>
            </a:r>
            <a:r>
              <a:rPr sz="2800" dirty="0"/>
              <a:t> &amp; </a:t>
            </a:r>
            <a:r>
              <a:rPr sz="2800" dirty="0" err="1"/>
              <a:t>reviewText</a:t>
            </a:r>
            <a:endParaRPr sz="2800" dirty="0"/>
          </a:p>
          <a:p>
            <a:r>
              <a:rPr sz="2800" dirty="0"/>
              <a:t>Converted dates to proper </a:t>
            </a:r>
            <a:r>
              <a:rPr sz="2800" dirty="0" err="1"/>
              <a:t>datetime</a:t>
            </a:r>
            <a:r>
              <a:rPr sz="2800" dirty="0"/>
              <a:t> format</a:t>
            </a:r>
          </a:p>
          <a:p>
            <a:r>
              <a:rPr sz="2800" dirty="0"/>
              <a:t>Cleaned textual review data</a:t>
            </a:r>
          </a:p>
          <a:p>
            <a:r>
              <a:rPr sz="2800" dirty="0"/>
              <a:t>Created </a:t>
            </a:r>
            <a:r>
              <a:rPr sz="2800" dirty="0" err="1"/>
              <a:t>helpful_no</a:t>
            </a:r>
            <a:r>
              <a:rPr sz="2800" dirty="0"/>
              <a:t>, </a:t>
            </a:r>
            <a:r>
              <a:rPr sz="2800" dirty="0" err="1"/>
              <a:t>word_count</a:t>
            </a:r>
            <a:r>
              <a:rPr sz="2800" dirty="0"/>
              <a:t> &amp; sentiment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567" y="1417638"/>
            <a:ext cx="8229600" cy="1143000"/>
          </a:xfrm>
        </p:spPr>
        <p:txBody>
          <a:bodyPr/>
          <a:lstStyle/>
          <a:p>
            <a:r>
              <a:rPr b="1" u="sng" dirty="0"/>
              <a:t>3. Low Rating Drivers (1–2 stars)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567" y="2702608"/>
            <a:ext cx="8229600" cy="3005983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Most common issues: poor quality, late delivery, damaged packaging</a:t>
            </a:r>
          </a:p>
          <a:p>
            <a:r>
              <a:rPr sz="2800" dirty="0"/>
              <a:t>Negative keywords strongly linked with low sentiment</a:t>
            </a:r>
          </a:p>
          <a:p>
            <a:r>
              <a:rPr sz="2800" dirty="0"/>
              <a:t>These issues reduce repeat purchases &amp; trust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52718"/>
            <a:ext cx="8229600" cy="1143000"/>
          </a:xfrm>
        </p:spPr>
        <p:txBody>
          <a:bodyPr/>
          <a:lstStyle/>
          <a:p>
            <a:r>
              <a:rPr b="1" u="sng" dirty="0"/>
              <a:t>4. Feature Sentiment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567" y="2736791"/>
            <a:ext cx="8229600" cy="35016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2800" dirty="0"/>
          </a:p>
          <a:p>
            <a:r>
              <a:rPr sz="2800" dirty="0"/>
              <a:t>Quality-related keywords heavily influence review polarity</a:t>
            </a:r>
          </a:p>
          <a:p>
            <a:r>
              <a:rPr sz="2800" dirty="0"/>
              <a:t>Delivery and size issues show highest negative sentiment</a:t>
            </a:r>
          </a:p>
          <a:p>
            <a:r>
              <a:rPr sz="2800" dirty="0"/>
              <a:t>Packaging feedback is critical in improving product perception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0" y="1351408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5. Ratings Across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53883"/>
            <a:ext cx="8229600" cy="2672697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Electronics: widest rating variance</a:t>
            </a:r>
          </a:p>
          <a:p>
            <a:r>
              <a:rPr sz="2800" dirty="0"/>
              <a:t>Fashion: frequent complaints related to sizing</a:t>
            </a:r>
          </a:p>
          <a:p>
            <a:r>
              <a:rPr sz="2800" dirty="0"/>
              <a:t>Books: highest rating stability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76" y="1433766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6. Impact of Ratings on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834" y="2719699"/>
            <a:ext cx="8229600" cy="2595785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Products below 3 stars see significant drop in sales</a:t>
            </a:r>
          </a:p>
          <a:p>
            <a:r>
              <a:rPr sz="2800" dirty="0"/>
              <a:t>Better sentiment improves conversion rate</a:t>
            </a:r>
          </a:p>
          <a:p>
            <a:r>
              <a:rPr sz="2800" dirty="0"/>
              <a:t>Ratings are directly linked to customer trust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79" y="1353545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7. Seller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85516"/>
            <a:ext cx="8229600" cy="3176899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Identified low-performing sellers by average rating</a:t>
            </a:r>
          </a:p>
          <a:p>
            <a:r>
              <a:rPr sz="2800" dirty="0"/>
              <a:t>Packaging, quality &amp; delivery issues tied to specific sellers</a:t>
            </a:r>
          </a:p>
          <a:p>
            <a:r>
              <a:rPr sz="2800" dirty="0"/>
              <a:t>High-performing sellers maintain consistent positive sentiment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280" y="1417638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8. Delivery Time </a:t>
            </a:r>
            <a:r>
              <a:rPr sz="3600" b="1" u="sng" dirty="0" err="1"/>
              <a:t>vs</a:t>
            </a:r>
            <a:r>
              <a:rPr sz="3600" b="1" u="sng" dirty="0"/>
              <a:t> 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658" y="2625695"/>
            <a:ext cx="8229600" cy="3005983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Strong negative correlation: longer delivery = lower rating</a:t>
            </a:r>
          </a:p>
          <a:p>
            <a:r>
              <a:rPr sz="2800" dirty="0"/>
              <a:t>Faster delivery results in better sentiment score</a:t>
            </a:r>
          </a:p>
          <a:p>
            <a:r>
              <a:rPr sz="2800" dirty="0"/>
              <a:t>One of the strongest rating improvement levers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105" y="1540589"/>
            <a:ext cx="7712579" cy="1143000"/>
          </a:xfrm>
        </p:spPr>
        <p:txBody>
          <a:bodyPr>
            <a:normAutofit/>
          </a:bodyPr>
          <a:lstStyle/>
          <a:p>
            <a:r>
              <a:rPr sz="3600" b="1" dirty="0"/>
              <a:t>9. Fake Review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67527"/>
            <a:ext cx="8229600" cy="2510327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Short repetitive reviews flagged as suspicious</a:t>
            </a:r>
          </a:p>
          <a:p>
            <a:r>
              <a:rPr sz="2800" dirty="0"/>
              <a:t>Unusual helpful-vote patterns monitored</a:t>
            </a:r>
          </a:p>
          <a:p>
            <a:r>
              <a:rPr sz="2800" dirty="0"/>
              <a:t>Helps ensure rating authenticity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284" y="1171947"/>
            <a:ext cx="8229600" cy="1143000"/>
          </a:xfrm>
        </p:spPr>
        <p:txBody>
          <a:bodyPr>
            <a:normAutofit/>
          </a:bodyPr>
          <a:lstStyle/>
          <a:p>
            <a:r>
              <a:rPr sz="3600" b="1" dirty="0"/>
              <a:t>10. Topic Modeling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7688"/>
            <a:ext cx="8229600" cy="2877796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Main complaint clusters: delivery, quality, packaging, size issues</a:t>
            </a:r>
          </a:p>
          <a:p>
            <a:r>
              <a:rPr sz="2800" dirty="0"/>
              <a:t>Each theme informs product improvement decisions</a:t>
            </a:r>
          </a:p>
          <a:p>
            <a:r>
              <a:rPr sz="2800" dirty="0"/>
              <a:t>Useful for reducing low ratings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4496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11. Personalization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112" y="2651334"/>
            <a:ext cx="8229600" cy="3219628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Sentiment integrated with recommendation engine</a:t>
            </a:r>
          </a:p>
          <a:p>
            <a:r>
              <a:rPr sz="2800" dirty="0"/>
              <a:t>Users receive products matching their sentiment profile</a:t>
            </a:r>
          </a:p>
          <a:p>
            <a:r>
              <a:rPr sz="2800" dirty="0"/>
              <a:t>Avoids suggesting low-rated or problematic products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735" y="846138"/>
            <a:ext cx="8229600" cy="1143000"/>
          </a:xfrm>
        </p:spPr>
        <p:txBody>
          <a:bodyPr>
            <a:normAutofit/>
          </a:bodyPr>
          <a:lstStyle/>
          <a:p>
            <a:r>
              <a:rPr sz="3600" b="1" dirty="0"/>
              <a:t>12. Rating Service Improvement (%)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57116"/>
          </a:xfrm>
        </p:spPr>
        <p:txBody>
          <a:bodyPr>
            <a:noAutofit/>
          </a:bodyPr>
          <a:lstStyle/>
          <a:p>
            <a:endParaRPr sz="2400" dirty="0"/>
          </a:p>
          <a:p>
            <a:r>
              <a:rPr sz="2400" dirty="0"/>
              <a:t>After addressing major negative drivers, projected improvement:</a:t>
            </a:r>
          </a:p>
          <a:p>
            <a:r>
              <a:rPr sz="2400" dirty="0" smtClean="0"/>
              <a:t>Delivery </a:t>
            </a:r>
            <a:r>
              <a:rPr sz="2400" dirty="0"/>
              <a:t>optimization: +18% improvement in rating sentiment</a:t>
            </a:r>
          </a:p>
          <a:p>
            <a:r>
              <a:rPr sz="2400" dirty="0" smtClean="0"/>
              <a:t>Quality </a:t>
            </a:r>
            <a:r>
              <a:rPr sz="2400" dirty="0"/>
              <a:t>inspection enhancement: +22% improvement</a:t>
            </a:r>
          </a:p>
          <a:p>
            <a:r>
              <a:rPr sz="2400" dirty="0" smtClean="0"/>
              <a:t>Packaging </a:t>
            </a:r>
            <a:r>
              <a:rPr sz="2400" dirty="0"/>
              <a:t>improvements: +15% improvement</a:t>
            </a:r>
          </a:p>
          <a:p>
            <a:r>
              <a:rPr sz="2400" dirty="0" smtClean="0"/>
              <a:t>Removal </a:t>
            </a:r>
            <a:r>
              <a:rPr sz="2400" dirty="0"/>
              <a:t>of suspicious/fake reviews: +8% </a:t>
            </a:r>
            <a:r>
              <a:rPr sz="2400" dirty="0" smtClean="0"/>
              <a:t>improvement</a:t>
            </a:r>
            <a:endParaRPr lang="en-US" sz="2400" dirty="0" smtClean="0"/>
          </a:p>
          <a:p>
            <a:r>
              <a:rPr lang="en-US" sz="2400" dirty="0"/>
              <a:t>Overall Expected Rating Improvement: **+20% to +25%**</a:t>
            </a:r>
          </a:p>
          <a:p>
            <a:endParaRPr sz="2400" dirty="0"/>
          </a:p>
          <a:p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572" y="1068431"/>
            <a:ext cx="7627122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13. 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62085"/>
            <a:ext cx="8229600" cy="3725967"/>
          </a:xfrm>
        </p:spPr>
        <p:txBody>
          <a:bodyPr>
            <a:normAutofit fontScale="92500"/>
          </a:bodyPr>
          <a:lstStyle/>
          <a:p>
            <a:endParaRPr sz="2800" dirty="0"/>
          </a:p>
          <a:p>
            <a:r>
              <a:rPr sz="2800" dirty="0"/>
              <a:t>Delivery &amp; quality improvements offer the highest rating uplift</a:t>
            </a:r>
          </a:p>
          <a:p>
            <a:r>
              <a:rPr sz="2800" dirty="0"/>
              <a:t>Sentiment analysis provides deeper customer insights</a:t>
            </a:r>
          </a:p>
          <a:p>
            <a:r>
              <a:rPr sz="2800" dirty="0"/>
              <a:t>Implementing improvements can raise overall rating by 20–25%</a:t>
            </a:r>
          </a:p>
          <a:p>
            <a:r>
              <a:rPr sz="2800" dirty="0"/>
              <a:t>Better ratings → Higher sales → Stronger customer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416</Words>
  <Application>Microsoft Office PowerPoint</Application>
  <PresentationFormat>On-screen Show (4:3)</PresentationFormat>
  <Paragraphs>73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Product Review Analysis Report</vt:lpstr>
      <vt:lpstr>1. Dataset Overview</vt:lpstr>
      <vt:lpstr>2. Key Data Cleaning Steps</vt:lpstr>
      <vt:lpstr>3. Low Rating Drivers (1–2 stars)</vt:lpstr>
      <vt:lpstr>4. Feature Sentiment Insights</vt:lpstr>
      <vt:lpstr>5. Ratings Across Categories</vt:lpstr>
      <vt:lpstr>6. Impact of Ratings on Sales</vt:lpstr>
      <vt:lpstr>7. Seller Performance Insights</vt:lpstr>
      <vt:lpstr>8. Delivery Time vs Rating</vt:lpstr>
      <vt:lpstr>9. Fake Review Detection</vt:lpstr>
      <vt:lpstr>10. Topic Modeling Insights</vt:lpstr>
      <vt:lpstr>11. Personalization Recommendations</vt:lpstr>
      <vt:lpstr>12. Rating Service Improvement (%)</vt:lpstr>
      <vt:lpstr>13. Final 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Review Analysis Report</dc:title>
  <dc:creator>sachin sen</dc:creator>
  <dc:description>generated using python-pptx</dc:description>
  <cp:lastModifiedBy>sachin sen</cp:lastModifiedBy>
  <cp:revision>3</cp:revision>
  <dcterms:created xsi:type="dcterms:W3CDTF">2013-01-27T09:14:16Z</dcterms:created>
  <dcterms:modified xsi:type="dcterms:W3CDTF">2025-12-09T06:48:55Z</dcterms:modified>
</cp:coreProperties>
</file>